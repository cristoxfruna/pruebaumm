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Modo Oscuro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Mejora Visual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Mejoras en JS</a:t>
          </a:r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noProof="0" dirty="0"/>
            <a:t>Modo Oscuro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noProof="0" dirty="0"/>
            <a:t>Mejora Visual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noProof="0" dirty="0"/>
            <a:t>Mejoras en JS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30/06/2026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30/06/2026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6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5.png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Aplicación 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Andy Astudillo – Cristóbal Berrios – Nicolas Torres – Joaquín Cortes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Introducción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D4550D-390E-9CBA-34ED-BED4D824C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12" y="2095500"/>
            <a:ext cx="6549886" cy="27111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AE641EF-D577-8434-BD4E-188F3D7B5700}"/>
              </a:ext>
            </a:extLst>
          </p:cNvPr>
          <p:cNvSpPr txBox="1"/>
          <p:nvPr/>
        </p:nvSpPr>
        <p:spPr>
          <a:xfrm>
            <a:off x="6877050" y="2324100"/>
            <a:ext cx="4324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Tenemos un formulario de inicio de sesión, pero tenemos que agregarle 3 posibles mejoras para una mejor experiencia para el usuario. 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Mejoras agregadas</a:t>
            </a:r>
          </a:p>
        </p:txBody>
      </p:sp>
      <p:graphicFrame>
        <p:nvGraphicFramePr>
          <p:cNvPr id="6" name="Marcador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931567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6" name="Picture 2" descr="Modo oscuro - Iconos gratis de interfaz">
            <a:extLst>
              <a:ext uri="{FF2B5EF4-FFF2-40B4-BE49-F238E27FC236}">
                <a16:creationId xmlns:a16="http://schemas.microsoft.com/office/drawing/2014/main" id="{F7E46384-FCC4-F084-3E8E-2821CD740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2437854"/>
            <a:ext cx="977140" cy="97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jora Visual Íconos 3D – Descarga Gratis en PNG, glTF">
            <a:extLst>
              <a:ext uri="{FF2B5EF4-FFF2-40B4-BE49-F238E27FC236}">
                <a16:creationId xmlns:a16="http://schemas.microsoft.com/office/drawing/2014/main" id="{35C1DA4F-0765-1ED9-A302-A831165FB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86" y="3545965"/>
            <a:ext cx="798853" cy="79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Js - Iconos gratis de logo">
            <a:extLst>
              <a:ext uri="{FF2B5EF4-FFF2-40B4-BE49-F238E27FC236}">
                <a16:creationId xmlns:a16="http://schemas.microsoft.com/office/drawing/2014/main" id="{30152877-9B63-62A9-4B4D-BABC8C207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1" y="4574214"/>
            <a:ext cx="977141" cy="97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A04C8-8999-0130-85A8-8C25C2D2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Mejoras Visuales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9FA10CD-F139-EC4A-86AC-9FA0B57356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42957" y="2287863"/>
            <a:ext cx="5422900" cy="3131586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CC2AF61-F2CD-82A0-202F-1C9EE0B4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43" y="2287863"/>
            <a:ext cx="5869857" cy="313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0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E4E7-586C-EE7C-BBD6-20E29F98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C7D3D-60D0-3A4E-7135-DFB6A473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Modo Oscuro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71106B-1F9A-D103-A659-E141F06C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294" y="2409825"/>
            <a:ext cx="6844482" cy="39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7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51756-D8D8-EC78-188C-E83EC240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Mejoras en JS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BF938F-A6E8-BAF4-8275-A89AA9B51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1892457"/>
            <a:ext cx="5749400" cy="17335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A9C84C-F547-5CDD-1CFD-CA874133F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3521232"/>
            <a:ext cx="5560878" cy="23293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629E820-D99D-A12F-7F71-9070B1C1A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3" y="5816462"/>
            <a:ext cx="6698456" cy="100720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DE91F7A-8D0A-8E2A-BAC6-8D0C4F2D69E5}"/>
              </a:ext>
            </a:extLst>
          </p:cNvPr>
          <p:cNvSpPr txBox="1"/>
          <p:nvPr/>
        </p:nvSpPr>
        <p:spPr>
          <a:xfrm>
            <a:off x="6991350" y="2657475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Estos son los cambios que hicimos, que son entre las validaciones en tiempo real, ocultar las contraseñas y la misma del modo oscuro</a:t>
            </a:r>
          </a:p>
        </p:txBody>
      </p:sp>
    </p:spTree>
    <p:extLst>
      <p:ext uri="{BB962C8B-B14F-4D97-AF65-F5344CB8AC3E}">
        <p14:creationId xmlns:p14="http://schemas.microsoft.com/office/powerpoint/2010/main" val="215575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238500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DEBDFC-A626-0112-BA8B-037817C7A332}"/>
              </a:ext>
            </a:extLst>
          </p:cNvPr>
          <p:cNvSpPr txBox="1"/>
          <p:nvPr/>
        </p:nvSpPr>
        <p:spPr>
          <a:xfrm>
            <a:off x="1958911" y="1647827"/>
            <a:ext cx="41243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Para concluir con nuestras mejoras. Nosotros nos encargamos de mejorar la experiencia del usuario a la hora de agregar sus datos, con las validaciones que le van diciendo si le falta algo cuando deje de hacer </a:t>
            </a:r>
            <a:r>
              <a:rPr lang="es-CL" dirty="0" err="1"/>
              <a:t>click</a:t>
            </a:r>
            <a:r>
              <a:rPr lang="es-CL" dirty="0"/>
              <a:t> validando todo en el momento, que oculte la contraseña y el modo oscuro que es útil en ciertos casos</a:t>
            </a: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{6E044BDE-4790-40B5-8150-DC74A1E4A4D3}TF9cd6fad6-da1d-416b-8dc8-a086cd1045b10fc9cf83_win32-66f3597afc39</Template>
  <TotalTime>78</TotalTime>
  <Words>142</Words>
  <Application>Microsoft Office PowerPoint</Application>
  <PresentationFormat>Panorámica</PresentationFormat>
  <Paragraphs>18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Wingdings 2</vt:lpstr>
      <vt:lpstr>Personalizado</vt:lpstr>
      <vt:lpstr>Aplicación Web</vt:lpstr>
      <vt:lpstr>Introducción</vt:lpstr>
      <vt:lpstr>Mejoras agregadas</vt:lpstr>
      <vt:lpstr>Mejoras Visuales</vt:lpstr>
      <vt:lpstr>Modo Oscuro</vt:lpstr>
      <vt:lpstr>Mejoras en JS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JOAQUIN CORTES DIAZ</dc:creator>
  <cp:lastModifiedBy>JOAQUIN CORTES DIAZ</cp:lastModifiedBy>
  <cp:revision>1</cp:revision>
  <dcterms:created xsi:type="dcterms:W3CDTF">2026-06-30T13:34:05Z</dcterms:created>
  <dcterms:modified xsi:type="dcterms:W3CDTF">2026-06-30T14:52:16Z</dcterms:modified>
</cp:coreProperties>
</file>