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1"/>
  </p:sldMasterIdLst>
  <p:notesMasterIdLst>
    <p:notesMasterId r:id="rId9"/>
  </p:notesMasterIdLst>
  <p:handoutMasterIdLst>
    <p:handoutMasterId r:id="rId10"/>
  </p:handoutMasterIdLst>
  <p:sldIdLst>
    <p:sldId id="256" r:id="rId2"/>
    <p:sldId id="258" r:id="rId3"/>
    <p:sldId id="259" r:id="rId4"/>
    <p:sldId id="261" r:id="rId5"/>
    <p:sldId id="262" r:id="rId6"/>
    <p:sldId id="263" r:id="rId7"/>
    <p:sldId id="260" r:id="rId8"/>
  </p:sldIdLst>
  <p:sldSz cx="12192000" cy="6858000"/>
  <p:notesSz cx="6858000" cy="9144000"/>
  <p:defaultTextStyle>
    <a:defPPr rtl="0">
      <a:defRPr lang="es-E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8" autoAdjust="0"/>
  </p:normalViewPr>
  <p:slideViewPr>
    <p:cSldViewPr snapToGrid="0">
      <p:cViewPr varScale="1">
        <p:scale>
          <a:sx n="80" d="100"/>
          <a:sy n="80" d="100"/>
        </p:scale>
        <p:origin x="78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1" d="100"/>
          <a:sy n="81" d="100"/>
        </p:scale>
        <p:origin x="397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E5AA53B-3EEE-4DE4-BB81-9044890C2946}" type="doc">
      <dgm:prSet loTypeId="urn:microsoft.com/office/officeart/2008/layout/VerticalCurvedList" loCatId="list" qsTypeId="urn:microsoft.com/office/officeart/2005/8/quickstyle/simple4" qsCatId="simple" csTypeId="urn:microsoft.com/office/officeart/2005/8/colors/accent2_2" csCatId="accent2" phldr="1"/>
      <dgm:spPr/>
      <dgm:t>
        <a:bodyPr rtlCol="0"/>
        <a:lstStyle/>
        <a:p>
          <a:pPr rtl="0"/>
          <a:endParaRPr lang="en-US"/>
        </a:p>
      </dgm:t>
    </dgm:pt>
    <dgm:pt modelId="{6750AC01-D39D-4F3A-9DC8-2A211EE986A2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es-ES" noProof="0" dirty="0"/>
            <a:t>Modo Oscuro Y Cambio de color</a:t>
          </a:r>
        </a:p>
      </dgm:t>
    </dgm:pt>
    <dgm:pt modelId="{720680DC-AAA4-4434-A582-60EBCC5BA355}" type="parTrans" cxnId="{0B5DAE5F-BCDC-4BF7-A6E7-CF856886A64D}">
      <dgm:prSet/>
      <dgm:spPr/>
      <dgm:t>
        <a:bodyPr rtlCol="0"/>
        <a:lstStyle/>
        <a:p>
          <a:pPr rtl="0"/>
          <a:endParaRPr lang="es-ES" noProof="0" dirty="0"/>
        </a:p>
      </dgm:t>
    </dgm:pt>
    <dgm:pt modelId="{CA077D98-8478-47EA-B6A9-99ACE60C64D4}" type="sibTrans" cxnId="{0B5DAE5F-BCDC-4BF7-A6E7-CF856886A64D}">
      <dgm:prSet/>
      <dgm:spPr/>
      <dgm:t>
        <a:bodyPr rtlCol="0"/>
        <a:lstStyle/>
        <a:p>
          <a:pPr rtl="0"/>
          <a:endParaRPr lang="es-ES" noProof="0" dirty="0"/>
        </a:p>
      </dgm:t>
    </dgm:pt>
    <dgm:pt modelId="{0BEF68B8-1228-47BB-83B5-7B9CD1E3F84E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es-ES" noProof="0" dirty="0"/>
            <a:t>Mejora Visual</a:t>
          </a:r>
        </a:p>
      </dgm:t>
    </dgm:pt>
    <dgm:pt modelId="{ED3A4BC2-B75A-4952-A38B-A42B5995DF05}" type="parTrans" cxnId="{EDEF4F82-1237-4639-A0F7-385C1897CE66}">
      <dgm:prSet/>
      <dgm:spPr/>
      <dgm:t>
        <a:bodyPr rtlCol="0"/>
        <a:lstStyle/>
        <a:p>
          <a:pPr rtl="0"/>
          <a:endParaRPr lang="es-ES" noProof="0" dirty="0"/>
        </a:p>
      </dgm:t>
    </dgm:pt>
    <dgm:pt modelId="{FD949706-EDCC-4ADC-8EDF-8EDA49C92325}" type="sibTrans" cxnId="{EDEF4F82-1237-4639-A0F7-385C1897CE66}">
      <dgm:prSet/>
      <dgm:spPr/>
      <dgm:t>
        <a:bodyPr rtlCol="0"/>
        <a:lstStyle/>
        <a:p>
          <a:pPr rtl="0"/>
          <a:endParaRPr lang="es-ES" noProof="0" dirty="0"/>
        </a:p>
      </dgm:t>
    </dgm:pt>
    <dgm:pt modelId="{5605D28D-2CE6-4513-8566-952984E21E14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es-ES" noProof="0" dirty="0"/>
            <a:t>Mejoras en JS</a:t>
          </a:r>
        </a:p>
      </dgm:t>
    </dgm:pt>
    <dgm:pt modelId="{823D1971-2C4D-4EC5-A874-2F463DE37109}" type="sibTrans" cxnId="{FAF3F884-F0CF-440F-8CB1-B7648AB1B138}">
      <dgm:prSet/>
      <dgm:spPr/>
      <dgm:t>
        <a:bodyPr rtlCol="0"/>
        <a:lstStyle/>
        <a:p>
          <a:pPr rtl="0"/>
          <a:endParaRPr lang="es-ES" noProof="0" dirty="0"/>
        </a:p>
      </dgm:t>
    </dgm:pt>
    <dgm:pt modelId="{EB15AB98-362B-4E70-A3DA-995FC3E8BA79}" type="parTrans" cxnId="{FAF3F884-F0CF-440F-8CB1-B7648AB1B138}">
      <dgm:prSet/>
      <dgm:spPr/>
      <dgm:t>
        <a:bodyPr rtlCol="0"/>
        <a:lstStyle/>
        <a:p>
          <a:pPr rtl="0"/>
          <a:endParaRPr lang="es-ES" noProof="0" dirty="0"/>
        </a:p>
      </dgm:t>
    </dgm:pt>
    <dgm:pt modelId="{57806726-6E60-4ACC-9C1C-7DF9CC365A10}" type="pres">
      <dgm:prSet presAssocID="{7E5AA53B-3EEE-4DE4-BB81-9044890C2946}" presName="Name0" presStyleCnt="0">
        <dgm:presLayoutVars>
          <dgm:chMax val="7"/>
          <dgm:chPref val="7"/>
          <dgm:dir/>
        </dgm:presLayoutVars>
      </dgm:prSet>
      <dgm:spPr/>
    </dgm:pt>
    <dgm:pt modelId="{90561C55-3C6E-4D53-85E1-2C50BCDDA392}" type="pres">
      <dgm:prSet presAssocID="{7E5AA53B-3EEE-4DE4-BB81-9044890C2946}" presName="Name1" presStyleCnt="0"/>
      <dgm:spPr/>
    </dgm:pt>
    <dgm:pt modelId="{B6CD42EC-5AD4-4004-AE5B-47EDA668DAA8}" type="pres">
      <dgm:prSet presAssocID="{7E5AA53B-3EEE-4DE4-BB81-9044890C2946}" presName="cycle" presStyleCnt="0"/>
      <dgm:spPr/>
    </dgm:pt>
    <dgm:pt modelId="{963B8EE3-40CC-4A0A-B420-D0BF920973CE}" type="pres">
      <dgm:prSet presAssocID="{7E5AA53B-3EEE-4DE4-BB81-9044890C2946}" presName="srcNode" presStyleLbl="node1" presStyleIdx="0" presStyleCnt="3"/>
      <dgm:spPr/>
    </dgm:pt>
    <dgm:pt modelId="{D79B43FC-100B-4A0D-A4D5-0D2D04B99064}" type="pres">
      <dgm:prSet presAssocID="{7E5AA53B-3EEE-4DE4-BB81-9044890C2946}" presName="conn" presStyleLbl="parChTrans1D2" presStyleIdx="0" presStyleCnt="1"/>
      <dgm:spPr/>
    </dgm:pt>
    <dgm:pt modelId="{3CAD8DA1-8D53-445C-ACE8-D8449E4F0F55}" type="pres">
      <dgm:prSet presAssocID="{7E5AA53B-3EEE-4DE4-BB81-9044890C2946}" presName="extraNode" presStyleLbl="node1" presStyleIdx="0" presStyleCnt="3"/>
      <dgm:spPr/>
    </dgm:pt>
    <dgm:pt modelId="{429CABD1-4116-474B-81BF-735E2CA9DD00}" type="pres">
      <dgm:prSet presAssocID="{7E5AA53B-3EEE-4DE4-BB81-9044890C2946}" presName="dstNode" presStyleLbl="node1" presStyleIdx="0" presStyleCnt="3"/>
      <dgm:spPr/>
    </dgm:pt>
    <dgm:pt modelId="{58319267-C71E-43C9-94E1-827D0616C7A7}" type="pres">
      <dgm:prSet presAssocID="{6750AC01-D39D-4F3A-9DC8-2A211EE986A2}" presName="text_1" presStyleLbl="node1" presStyleIdx="0" presStyleCnt="3">
        <dgm:presLayoutVars>
          <dgm:bulletEnabled val="1"/>
        </dgm:presLayoutVars>
      </dgm:prSet>
      <dgm:spPr/>
    </dgm:pt>
    <dgm:pt modelId="{79F9B8A9-2412-4B74-84A9-69422DB81CDC}" type="pres">
      <dgm:prSet presAssocID="{6750AC01-D39D-4F3A-9DC8-2A211EE986A2}" presName="accent_1" presStyleCnt="0"/>
      <dgm:spPr/>
    </dgm:pt>
    <dgm:pt modelId="{07CB3071-D555-47DA-A36A-69EB91531FD8}" type="pres">
      <dgm:prSet presAssocID="{6750AC01-D39D-4F3A-9DC8-2A211EE986A2}" presName="accentRepeatNode" presStyleLbl="solidFgAcc1" presStyleIdx="0" presStyleCnt="3"/>
      <dgm:spPr/>
    </dgm:pt>
    <dgm:pt modelId="{95DE6538-27BD-44AF-A1A8-CA8F6B10FDD2}" type="pres">
      <dgm:prSet presAssocID="{0BEF68B8-1228-47BB-83B5-7B9CD1E3F84E}" presName="text_2" presStyleLbl="node1" presStyleIdx="1" presStyleCnt="3">
        <dgm:presLayoutVars>
          <dgm:bulletEnabled val="1"/>
        </dgm:presLayoutVars>
      </dgm:prSet>
      <dgm:spPr/>
    </dgm:pt>
    <dgm:pt modelId="{312BDEE8-85BD-4F02-B35B-2CC8E701C98B}" type="pres">
      <dgm:prSet presAssocID="{0BEF68B8-1228-47BB-83B5-7B9CD1E3F84E}" presName="accent_2" presStyleCnt="0"/>
      <dgm:spPr/>
    </dgm:pt>
    <dgm:pt modelId="{3F8116AC-FAC3-4E95-9865-93CCFEB191B9}" type="pres">
      <dgm:prSet presAssocID="{0BEF68B8-1228-47BB-83B5-7B9CD1E3F84E}" presName="accentRepeatNode" presStyleLbl="solidFgAcc1" presStyleIdx="1" presStyleCnt="3"/>
      <dgm:spPr/>
    </dgm:pt>
    <dgm:pt modelId="{E131CE4A-9776-44F4-BC03-867682E21374}" type="pres">
      <dgm:prSet presAssocID="{5605D28D-2CE6-4513-8566-952984E21E14}" presName="text_3" presStyleLbl="node1" presStyleIdx="2" presStyleCnt="3">
        <dgm:presLayoutVars>
          <dgm:bulletEnabled val="1"/>
        </dgm:presLayoutVars>
      </dgm:prSet>
      <dgm:spPr/>
    </dgm:pt>
    <dgm:pt modelId="{AC9A216A-8375-48F9-A4E6-8E0B64C0209B}" type="pres">
      <dgm:prSet presAssocID="{5605D28D-2CE6-4513-8566-952984E21E14}" presName="accent_3" presStyleCnt="0"/>
      <dgm:spPr/>
    </dgm:pt>
    <dgm:pt modelId="{A965097E-32F1-4AB8-8C4E-2814A7596B2F}" type="pres">
      <dgm:prSet presAssocID="{5605D28D-2CE6-4513-8566-952984E21E14}" presName="accentRepeatNode" presStyleLbl="solidFgAcc1" presStyleIdx="2" presStyleCnt="3"/>
      <dgm:spPr/>
    </dgm:pt>
  </dgm:ptLst>
  <dgm:cxnLst>
    <dgm:cxn modelId="{A11E3B12-1828-45A7-86C3-BB85832DF84D}" type="presOf" srcId="{CA077D98-8478-47EA-B6A9-99ACE60C64D4}" destId="{D79B43FC-100B-4A0D-A4D5-0D2D04B99064}" srcOrd="0" destOrd="0" presId="urn:microsoft.com/office/officeart/2008/layout/VerticalCurvedList"/>
    <dgm:cxn modelId="{0B5DAE5F-BCDC-4BF7-A6E7-CF856886A64D}" srcId="{7E5AA53B-3EEE-4DE4-BB81-9044890C2946}" destId="{6750AC01-D39D-4F3A-9DC8-2A211EE986A2}" srcOrd="0" destOrd="0" parTransId="{720680DC-AAA4-4434-A582-60EBCC5BA355}" sibTransId="{CA077D98-8478-47EA-B6A9-99ACE60C64D4}"/>
    <dgm:cxn modelId="{29DA474E-5DFA-4C66-882F-319C49ABBB19}" type="presOf" srcId="{6750AC01-D39D-4F3A-9DC8-2A211EE986A2}" destId="{58319267-C71E-43C9-94E1-827D0616C7A7}" srcOrd="0" destOrd="0" presId="urn:microsoft.com/office/officeart/2008/layout/VerticalCurvedList"/>
    <dgm:cxn modelId="{7084AA77-BACB-46CB-AE4A-77B62D3ED1AF}" type="presOf" srcId="{5605D28D-2CE6-4513-8566-952984E21E14}" destId="{E131CE4A-9776-44F4-BC03-867682E21374}" srcOrd="0" destOrd="0" presId="urn:microsoft.com/office/officeart/2008/layout/VerticalCurvedList"/>
    <dgm:cxn modelId="{EDEF4F82-1237-4639-A0F7-385C1897CE66}" srcId="{7E5AA53B-3EEE-4DE4-BB81-9044890C2946}" destId="{0BEF68B8-1228-47BB-83B5-7B9CD1E3F84E}" srcOrd="1" destOrd="0" parTransId="{ED3A4BC2-B75A-4952-A38B-A42B5995DF05}" sibTransId="{FD949706-EDCC-4ADC-8EDF-8EDA49C92325}"/>
    <dgm:cxn modelId="{FAF3F884-F0CF-440F-8CB1-B7648AB1B138}" srcId="{7E5AA53B-3EEE-4DE4-BB81-9044890C2946}" destId="{5605D28D-2CE6-4513-8566-952984E21E14}" srcOrd="2" destOrd="0" parTransId="{EB15AB98-362B-4E70-A3DA-995FC3E8BA79}" sibTransId="{823D1971-2C4D-4EC5-A874-2F463DE37109}"/>
    <dgm:cxn modelId="{4F65CC8F-B5A8-40BE-A32B-05862B543D6A}" type="presOf" srcId="{7E5AA53B-3EEE-4DE4-BB81-9044890C2946}" destId="{57806726-6E60-4ACC-9C1C-7DF9CC365A10}" srcOrd="0" destOrd="0" presId="urn:microsoft.com/office/officeart/2008/layout/VerticalCurvedList"/>
    <dgm:cxn modelId="{4A378892-5CCC-4F0D-8A38-4BEAECF30F24}" type="presOf" srcId="{0BEF68B8-1228-47BB-83B5-7B9CD1E3F84E}" destId="{95DE6538-27BD-44AF-A1A8-CA8F6B10FDD2}" srcOrd="0" destOrd="0" presId="urn:microsoft.com/office/officeart/2008/layout/VerticalCurvedList"/>
    <dgm:cxn modelId="{4E25B52E-70EF-4A0F-B410-0B49263AF380}" type="presParOf" srcId="{57806726-6E60-4ACC-9C1C-7DF9CC365A10}" destId="{90561C55-3C6E-4D53-85E1-2C50BCDDA392}" srcOrd="0" destOrd="0" presId="urn:microsoft.com/office/officeart/2008/layout/VerticalCurvedList"/>
    <dgm:cxn modelId="{2B3DD9E4-EC9C-4B92-B380-F89BF82E7CF3}" type="presParOf" srcId="{90561C55-3C6E-4D53-85E1-2C50BCDDA392}" destId="{B6CD42EC-5AD4-4004-AE5B-47EDA668DAA8}" srcOrd="0" destOrd="0" presId="urn:microsoft.com/office/officeart/2008/layout/VerticalCurvedList"/>
    <dgm:cxn modelId="{EA357085-80A4-4D1D-9BD2-56B1E9A721FB}" type="presParOf" srcId="{B6CD42EC-5AD4-4004-AE5B-47EDA668DAA8}" destId="{963B8EE3-40CC-4A0A-B420-D0BF920973CE}" srcOrd="0" destOrd="0" presId="urn:microsoft.com/office/officeart/2008/layout/VerticalCurvedList"/>
    <dgm:cxn modelId="{F175C6D0-411C-40FD-A19B-860D49F42061}" type="presParOf" srcId="{B6CD42EC-5AD4-4004-AE5B-47EDA668DAA8}" destId="{D79B43FC-100B-4A0D-A4D5-0D2D04B99064}" srcOrd="1" destOrd="0" presId="urn:microsoft.com/office/officeart/2008/layout/VerticalCurvedList"/>
    <dgm:cxn modelId="{794BB944-68C0-47A5-9792-652802EB36AC}" type="presParOf" srcId="{B6CD42EC-5AD4-4004-AE5B-47EDA668DAA8}" destId="{3CAD8DA1-8D53-445C-ACE8-D8449E4F0F55}" srcOrd="2" destOrd="0" presId="urn:microsoft.com/office/officeart/2008/layout/VerticalCurvedList"/>
    <dgm:cxn modelId="{B8CC75C4-3D1A-49E7-80D2-915668C1368C}" type="presParOf" srcId="{B6CD42EC-5AD4-4004-AE5B-47EDA668DAA8}" destId="{429CABD1-4116-474B-81BF-735E2CA9DD00}" srcOrd="3" destOrd="0" presId="urn:microsoft.com/office/officeart/2008/layout/VerticalCurvedList"/>
    <dgm:cxn modelId="{28110BB8-F33F-498C-9A75-98364B05EFA5}" type="presParOf" srcId="{90561C55-3C6E-4D53-85E1-2C50BCDDA392}" destId="{58319267-C71E-43C9-94E1-827D0616C7A7}" srcOrd="1" destOrd="0" presId="urn:microsoft.com/office/officeart/2008/layout/VerticalCurvedList"/>
    <dgm:cxn modelId="{3866F6C9-5521-48F2-B6C3-40C9896E1605}" type="presParOf" srcId="{90561C55-3C6E-4D53-85E1-2C50BCDDA392}" destId="{79F9B8A9-2412-4B74-84A9-69422DB81CDC}" srcOrd="2" destOrd="0" presId="urn:microsoft.com/office/officeart/2008/layout/VerticalCurvedList"/>
    <dgm:cxn modelId="{D2205A4F-BB7A-4399-BC2F-78E18EC6EAFE}" type="presParOf" srcId="{79F9B8A9-2412-4B74-84A9-69422DB81CDC}" destId="{07CB3071-D555-47DA-A36A-69EB91531FD8}" srcOrd="0" destOrd="0" presId="urn:microsoft.com/office/officeart/2008/layout/VerticalCurvedList"/>
    <dgm:cxn modelId="{602753E6-8A03-492B-861A-6B9532B5AA28}" type="presParOf" srcId="{90561C55-3C6E-4D53-85E1-2C50BCDDA392}" destId="{95DE6538-27BD-44AF-A1A8-CA8F6B10FDD2}" srcOrd="3" destOrd="0" presId="urn:microsoft.com/office/officeart/2008/layout/VerticalCurvedList"/>
    <dgm:cxn modelId="{AEC540A3-E86A-4075-8BE4-263F4AFF4EA1}" type="presParOf" srcId="{90561C55-3C6E-4D53-85E1-2C50BCDDA392}" destId="{312BDEE8-85BD-4F02-B35B-2CC8E701C98B}" srcOrd="4" destOrd="0" presId="urn:microsoft.com/office/officeart/2008/layout/VerticalCurvedList"/>
    <dgm:cxn modelId="{CD5D1014-B7CB-4B47-9A02-5FBF90928A73}" type="presParOf" srcId="{312BDEE8-85BD-4F02-B35B-2CC8E701C98B}" destId="{3F8116AC-FAC3-4E95-9865-93CCFEB191B9}" srcOrd="0" destOrd="0" presId="urn:microsoft.com/office/officeart/2008/layout/VerticalCurvedList"/>
    <dgm:cxn modelId="{987EB7C0-CA3E-4874-85E0-01E9060A2D35}" type="presParOf" srcId="{90561C55-3C6E-4D53-85E1-2C50BCDDA392}" destId="{E131CE4A-9776-44F4-BC03-867682E21374}" srcOrd="5" destOrd="0" presId="urn:microsoft.com/office/officeart/2008/layout/VerticalCurvedList"/>
    <dgm:cxn modelId="{91E55363-8DCA-455E-A203-06A9410994CB}" type="presParOf" srcId="{90561C55-3C6E-4D53-85E1-2C50BCDDA392}" destId="{AC9A216A-8375-48F9-A4E6-8E0B64C0209B}" srcOrd="6" destOrd="0" presId="urn:microsoft.com/office/officeart/2008/layout/VerticalCurvedList"/>
    <dgm:cxn modelId="{D866D586-1293-4049-B6E3-B467C1D5ED64}" type="presParOf" srcId="{AC9A216A-8375-48F9-A4E6-8E0B64C0209B}" destId="{A965097E-32F1-4AB8-8C4E-2814A7596B2F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9B43FC-100B-4A0D-A4D5-0D2D04B99064}">
      <dsp:nvSpPr>
        <dsp:cNvPr id="0" name=""/>
        <dsp:cNvSpPr/>
      </dsp:nvSpPr>
      <dsp:spPr>
        <a:xfrm>
          <a:off x="-4028574" y="-618397"/>
          <a:ext cx="4800732" cy="4800732"/>
        </a:xfrm>
        <a:prstGeom prst="blockArc">
          <a:avLst>
            <a:gd name="adj1" fmla="val 18900000"/>
            <a:gd name="adj2" fmla="val 2700000"/>
            <a:gd name="adj3" fmla="val 450"/>
          </a:avLst>
        </a:prstGeom>
        <a:noFill/>
        <a:ln w="12700" cap="rnd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8319267-C71E-43C9-94E1-827D0616C7A7}">
      <dsp:nvSpPr>
        <dsp:cNvPr id="0" name=""/>
        <dsp:cNvSpPr/>
      </dsp:nvSpPr>
      <dsp:spPr>
        <a:xfrm>
          <a:off x="496568" y="356393"/>
          <a:ext cx="6310391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1280" rIns="81280" bIns="81280" numCol="1" spcCol="1270" rtlCol="0" anchor="ctr" anchorCtr="0">
          <a:noAutofit/>
        </a:bodyPr>
        <a:lstStyle/>
        <a:p>
          <a:pPr marL="0" lvl="0" indent="0" algn="l" defTabSz="142240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200" kern="1200" noProof="0" dirty="0"/>
            <a:t>Modo Oscuro Y Cambio de color</a:t>
          </a:r>
        </a:p>
      </dsp:txBody>
      <dsp:txXfrm>
        <a:off x="496568" y="356393"/>
        <a:ext cx="6310391" cy="712787"/>
      </dsp:txXfrm>
    </dsp:sp>
    <dsp:sp modelId="{07CB3071-D555-47DA-A36A-69EB91531FD8}">
      <dsp:nvSpPr>
        <dsp:cNvPr id="0" name=""/>
        <dsp:cNvSpPr/>
      </dsp:nvSpPr>
      <dsp:spPr>
        <a:xfrm>
          <a:off x="51076" y="267295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DE6538-27BD-44AF-A1A8-CA8F6B10FDD2}">
      <dsp:nvSpPr>
        <dsp:cNvPr id="0" name=""/>
        <dsp:cNvSpPr/>
      </dsp:nvSpPr>
      <dsp:spPr>
        <a:xfrm>
          <a:off x="755666" y="1425575"/>
          <a:ext cx="6051292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1280" rIns="81280" bIns="81280" numCol="1" spcCol="1270" rtlCol="0" anchor="ctr" anchorCtr="0">
          <a:noAutofit/>
        </a:bodyPr>
        <a:lstStyle/>
        <a:p>
          <a:pPr marL="0" lvl="0" indent="0" algn="l" defTabSz="142240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200" kern="1200" noProof="0" dirty="0"/>
            <a:t>Mejora Visual</a:t>
          </a:r>
        </a:p>
      </dsp:txBody>
      <dsp:txXfrm>
        <a:off x="755666" y="1425575"/>
        <a:ext cx="6051292" cy="712787"/>
      </dsp:txXfrm>
    </dsp:sp>
    <dsp:sp modelId="{3F8116AC-FAC3-4E95-9865-93CCFEB191B9}">
      <dsp:nvSpPr>
        <dsp:cNvPr id="0" name=""/>
        <dsp:cNvSpPr/>
      </dsp:nvSpPr>
      <dsp:spPr>
        <a:xfrm>
          <a:off x="310174" y="1336476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31CE4A-9776-44F4-BC03-867682E21374}">
      <dsp:nvSpPr>
        <dsp:cNvPr id="0" name=""/>
        <dsp:cNvSpPr/>
      </dsp:nvSpPr>
      <dsp:spPr>
        <a:xfrm>
          <a:off x="496568" y="2494756"/>
          <a:ext cx="6310391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1280" rIns="81280" bIns="81280" numCol="1" spcCol="1270" rtlCol="0" anchor="ctr" anchorCtr="0">
          <a:noAutofit/>
        </a:bodyPr>
        <a:lstStyle/>
        <a:p>
          <a:pPr marL="0" lvl="0" indent="0" algn="l" defTabSz="142240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200" kern="1200" noProof="0" dirty="0"/>
            <a:t>Mejoras en JS</a:t>
          </a:r>
        </a:p>
      </dsp:txBody>
      <dsp:txXfrm>
        <a:off x="496568" y="2494756"/>
        <a:ext cx="6310391" cy="712787"/>
      </dsp:txXfrm>
    </dsp:sp>
    <dsp:sp modelId="{A965097E-32F1-4AB8-8C4E-2814A7596B2F}">
      <dsp:nvSpPr>
        <dsp:cNvPr id="0" name=""/>
        <dsp:cNvSpPr/>
      </dsp:nvSpPr>
      <dsp:spPr>
        <a:xfrm>
          <a:off x="51076" y="2405658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C62B80FE-187A-4085-BD71-F0873FF7BD68}" type="datetime1">
              <a:rPr lang="es-ES" smtClean="0"/>
              <a:t>30/06/2026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D90168E-626C-4E60-93C0-A00D2560946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D59A2BD-4571-4110-BB3E-5D004DE434FA}" type="datetime1">
              <a:rPr lang="es-ES" noProof="0" smtClean="0"/>
              <a:t>30/06/2026</a:t>
            </a:fld>
            <a:endParaRPr lang="es-ES" noProof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s-ES" noProof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B3AB32-59DF-41F1-9618-EDFBF5049629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829663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051155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es-MX" noProof="0"/>
              <a:t>Haz clic para modificar el estilo de título del patrón</a:t>
            </a:r>
            <a:endParaRPr lang="es-ES" noProof="0"/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es-ES" noProof="0"/>
              <a:t>Haga clic para editar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F409C0D2-15DE-4FAC-845B-C48979FFAEB9}" type="datetime1">
              <a:rPr lang="es-ES" noProof="0" smtClean="0"/>
              <a:t>30/06/2026</a:t>
            </a:fld>
            <a:endParaRPr lang="es-ES" noProof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es-MX" noProof="0"/>
              <a:t>Haz clic para modificar el estilo de título del patrón</a:t>
            </a:r>
            <a:endParaRPr lang="es-ES" noProof="0"/>
          </a:p>
        </p:txBody>
      </p:sp>
      <p:sp>
        <p:nvSpPr>
          <p:cNvPr id="3" name="Marcador de contenido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/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7670FF6-52DC-429F-9C56-6A1BF295232E}" type="datetime1">
              <a:rPr lang="es-ES" noProof="0" smtClean="0"/>
              <a:t>30/06/2026</a:t>
            </a:fld>
            <a:endParaRPr lang="es-ES" noProof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es-MX" noProof="0"/>
              <a:t>Haz clic para modificar el estilo de título del patrón</a:t>
            </a:r>
            <a:endParaRPr lang="es-ES" noProof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85E27922-51B6-4B96-9C28-2CD2060AE75A}" type="datetime1">
              <a:rPr lang="es-ES" noProof="0" smtClean="0"/>
              <a:t>30/06/2026</a:t>
            </a:fld>
            <a:endParaRPr lang="es-ES" noProof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es-MX" noProof="0"/>
              <a:t>Haz clic para modificar el estilo de título del patrón</a:t>
            </a:r>
            <a:endParaRPr lang="es-ES" noProof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3ECF5D1-1C98-40FD-9D65-EED7644802B9}" type="datetime1">
              <a:rPr lang="es-ES" noProof="0" smtClean="0"/>
              <a:t>30/06/2026</a:t>
            </a:fld>
            <a:endParaRPr lang="es-ES" noProof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ítulo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es-MX" noProof="0"/>
              <a:t>Haz clic para modificar el estilo de título del patrón</a:t>
            </a:r>
            <a:endParaRPr lang="es-ES" noProof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556C746-EB55-4634-AD93-A9FF2473885C}" type="datetime1">
              <a:rPr lang="es-ES" noProof="0" smtClean="0"/>
              <a:t>30/06/2026</a:t>
            </a:fld>
            <a:endParaRPr lang="es-ES" noProof="0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9051F13-F75A-440F-BED7-E2004746A95F}" type="datetime1">
              <a:rPr lang="es-ES" noProof="0" smtClean="0"/>
              <a:t>30/06/2026</a:t>
            </a:fld>
            <a:endParaRPr lang="es-ES" noProof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  <p:sp>
        <p:nvSpPr>
          <p:cNvPr id="7" name="Rectángulo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ítulo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es-MX" noProof="0"/>
              <a:t>Haz clic para modificar el estilo de título del patrón</a:t>
            </a:r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7A2E7D-666A-420B-9042-959E1D47E21D}" type="datetime1">
              <a:rPr lang="es-ES" noProof="0" smtClean="0"/>
              <a:t>30/06/2026</a:t>
            </a:fld>
            <a:endParaRPr lang="es-ES" noProof="0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s-MX" noProof="0"/>
              <a:t>Haz clic para modificar el estilo de título del patrón</a:t>
            </a:r>
            <a:endParaRPr lang="es-ES" noProof="0"/>
          </a:p>
        </p:txBody>
      </p:sp>
      <p:sp>
        <p:nvSpPr>
          <p:cNvPr id="3" name="Marcador de contenido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0403F12F-0E67-4CAB-8DFD-26DCD4A99D59}" type="datetime1">
              <a:rPr lang="es-ES" noProof="0" smtClean="0"/>
              <a:t>30/06/2026</a:t>
            </a:fld>
            <a:endParaRPr lang="es-ES" noProof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ley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es-MX" noProof="0"/>
              <a:t>Haz clic para modificar el estilo de título del patrón</a:t>
            </a:r>
            <a:endParaRPr lang="es-ES" noProof="0"/>
          </a:p>
        </p:txBody>
      </p:sp>
      <p:sp>
        <p:nvSpPr>
          <p:cNvPr id="3" name="Marcador de posición de imagen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es-MX" noProof="0"/>
              <a:t>Haz clic en el icono para agregar una imagen</a:t>
            </a:r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709DA8C-1A59-4B91-B9EA-509377CD0E23}" type="datetime1">
              <a:rPr lang="es-ES" noProof="0" smtClean="0"/>
              <a:t>30/06/2026</a:t>
            </a:fld>
            <a:endParaRPr lang="es-ES" noProof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ítulo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es-MX" noProof="0"/>
              <a:t>Haz clic para modificar el estilo de título del patrón</a:t>
            </a:r>
            <a:endParaRPr lang="es-ES" noProof="0"/>
          </a:p>
        </p:txBody>
      </p:sp>
      <p:sp>
        <p:nvSpPr>
          <p:cNvPr id="3" name="Marcador de posición de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CF9F163-DD03-4353-882E-CE0F9A80F1C3}" type="datetime1">
              <a:rPr lang="es-ES" noProof="0" smtClean="0"/>
              <a:t>30/06/2026</a:t>
            </a:fld>
            <a:endParaRPr lang="es-ES" noProof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es-MX" noProof="0"/>
              <a:t>Haz clic para modificar el estilo de título del patrón</a:t>
            </a:r>
            <a:endParaRPr lang="es-ES" noProof="0"/>
          </a:p>
        </p:txBody>
      </p:sp>
      <p:sp>
        <p:nvSpPr>
          <p:cNvPr id="3" name="Marcador de posición de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8D2FF54C-EA2F-453C-857C-5C9ADB86CB43}" type="datetime1">
              <a:rPr lang="es-ES" noProof="0" smtClean="0"/>
              <a:t>30/06/2026</a:t>
            </a:fld>
            <a:endParaRPr lang="es-ES" noProof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A3DF7BF2-42BB-439B-88AA-F60334FF1291}" type="datetime1">
              <a:rPr lang="es-ES" noProof="0" smtClean="0"/>
              <a:t>30/06/2026</a:t>
            </a:fld>
            <a:endParaRPr lang="es-ES" noProof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  <p:sp>
        <p:nvSpPr>
          <p:cNvPr id="9" name="Rectángulo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ángulo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ángulo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3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11" Type="http://schemas.openxmlformats.org/officeDocument/2006/relationships/image" Target="../media/image6.png"/><Relationship Id="rId5" Type="http://schemas.openxmlformats.org/officeDocument/2006/relationships/diagramLayout" Target="../diagrams/layout1.xml"/><Relationship Id="rId10" Type="http://schemas.openxmlformats.org/officeDocument/2006/relationships/image" Target="../media/image5.png"/><Relationship Id="rId4" Type="http://schemas.openxmlformats.org/officeDocument/2006/relationships/diagramData" Target="../diagrams/data1.xml"/><Relationship Id="rId9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ángulo 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pic>
        <p:nvPicPr>
          <p:cNvPr id="7" name="Imagen 6" descr="Conexiones digitales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upo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20" name="Rectángulo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</p:grpSp>
      <p:sp>
        <p:nvSpPr>
          <p:cNvPr id="22" name="Rectángulo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pPr rtl="0"/>
            <a:r>
              <a:rPr lang="es-ES" sz="6000" dirty="0">
                <a:solidFill>
                  <a:schemeClr val="bg1"/>
                </a:solidFill>
              </a:rPr>
              <a:t>Aplicación Web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rmAutofit/>
          </a:bodyPr>
          <a:lstStyle/>
          <a:p>
            <a:pPr rtl="0"/>
            <a:r>
              <a:rPr lang="es-ES" dirty="0">
                <a:solidFill>
                  <a:srgbClr val="7CEBFF"/>
                </a:solidFill>
              </a:rPr>
              <a:t>Andy Astudillo – Cristóbal Berrios – Nicolas Torres – Joaquín Cortes</a:t>
            </a: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1633EB-7DCB-4DDC-80AF-C885A3EE1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dirty="0"/>
              <a:t>Introducción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0D4550D-390E-9CBA-34ED-BED4D824C2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712" y="2095500"/>
            <a:ext cx="6549886" cy="2711136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7AE641EF-D577-8434-BD4E-188F3D7B5700}"/>
              </a:ext>
            </a:extLst>
          </p:cNvPr>
          <p:cNvSpPr txBox="1"/>
          <p:nvPr/>
        </p:nvSpPr>
        <p:spPr>
          <a:xfrm>
            <a:off x="6877050" y="2324100"/>
            <a:ext cx="43243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Tenemos un formulario de inicio de sesión, pero tenemos que agregarle 3 posibles mejoras para una mejor experiencia para el usuario. </a:t>
            </a:r>
          </a:p>
        </p:txBody>
      </p:sp>
    </p:spTree>
    <p:extLst>
      <p:ext uri="{BB962C8B-B14F-4D97-AF65-F5344CB8AC3E}">
        <p14:creationId xmlns:p14="http://schemas.microsoft.com/office/powerpoint/2010/main" val="497607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ángulo 12">
            <a:extLst>
              <a:ext uri="{FF2B5EF4-FFF2-40B4-BE49-F238E27FC236}">
                <a16:creationId xmlns:a16="http://schemas.microsoft.com/office/drawing/2014/main" id="{4AE9D071-98CF-435C-BD2B-976514544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pic>
        <p:nvPicPr>
          <p:cNvPr id="8" name="Marcador de contenido 4" descr="Números digitales">
            <a:extLst>
              <a:ext uri="{FF2B5EF4-FFF2-40B4-BE49-F238E27FC236}">
                <a16:creationId xmlns:a16="http://schemas.microsoft.com/office/drawing/2014/main" id="{EA70616B-E344-4856-8DF9-707C2623661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681" r="9091" b="1271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5" name="Grupo 14">
            <a:extLst>
              <a:ext uri="{FF2B5EF4-FFF2-40B4-BE49-F238E27FC236}">
                <a16:creationId xmlns:a16="http://schemas.microsoft.com/office/drawing/2014/main" id="{D619FC33-16ED-4246-9596-BEFEB55E4C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7" y="457200"/>
            <a:ext cx="7507083" cy="5935132"/>
            <a:chOff x="438067" y="457200"/>
            <a:chExt cx="7507083" cy="5935132"/>
          </a:xfrm>
        </p:grpSpPr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2EEA80E1-F99F-4009-837F-2F72F8A5D5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7" y="618067"/>
              <a:ext cx="7503665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0230AF9A-4641-4BD8-9F95-9607CD3040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8703D4EC-9389-41B6-B88B-B6FDC8CD33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7F2616EE-270D-4F4C-BA1F-2708D387B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006956"/>
            <a:ext cx="7213600" cy="1121871"/>
          </a:xfrm>
        </p:spPr>
        <p:txBody>
          <a:bodyPr rtlCol="0" anchor="ctr">
            <a:normAutofit/>
          </a:bodyPr>
          <a:lstStyle/>
          <a:p>
            <a:pPr algn="ctr" rtl="0"/>
            <a:r>
              <a:rPr lang="es-ES" dirty="0"/>
              <a:t>Mejoras agregadas</a:t>
            </a:r>
          </a:p>
        </p:txBody>
      </p:sp>
      <p:graphicFrame>
        <p:nvGraphicFramePr>
          <p:cNvPr id="6" name="Marcador de contenido 5" descr="SmartArt">
            <a:extLst>
              <a:ext uri="{FF2B5EF4-FFF2-40B4-BE49-F238E27FC236}">
                <a16:creationId xmlns:a16="http://schemas.microsoft.com/office/drawing/2014/main" id="{BF629521-FFD2-45DA-9D1D-A5F09BD5A2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0786658"/>
              </p:ext>
            </p:extLst>
          </p:nvPr>
        </p:nvGraphicFramePr>
        <p:xfrm>
          <a:off x="719571" y="2198254"/>
          <a:ext cx="6854248" cy="35639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1026" name="Picture 2" descr="Modo oscuro - Iconos gratis de interfaz">
            <a:extLst>
              <a:ext uri="{FF2B5EF4-FFF2-40B4-BE49-F238E27FC236}">
                <a16:creationId xmlns:a16="http://schemas.microsoft.com/office/drawing/2014/main" id="{F7E46384-FCC4-F084-3E8E-2821CD740E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572" y="2437854"/>
            <a:ext cx="977140" cy="977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Mejora Visual Íconos 3D – Descarga Gratis en PNG, glTF">
            <a:extLst>
              <a:ext uri="{FF2B5EF4-FFF2-40B4-BE49-F238E27FC236}">
                <a16:creationId xmlns:a16="http://schemas.microsoft.com/office/drawing/2014/main" id="{35C1DA4F-0765-1ED9-A302-A831165FB0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186" y="3545965"/>
            <a:ext cx="798853" cy="798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Js - Iconos gratis de logo">
            <a:extLst>
              <a:ext uri="{FF2B5EF4-FFF2-40B4-BE49-F238E27FC236}">
                <a16:creationId xmlns:a16="http://schemas.microsoft.com/office/drawing/2014/main" id="{30152877-9B63-62A9-4B4D-BABC8C207D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571" y="4574214"/>
            <a:ext cx="977141" cy="97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09322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DA04C8-8999-0130-85A8-8C25C2D2F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Mejoras Visuales</a:t>
            </a:r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19FA10CD-F139-EC4A-86AC-9FA0B573566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42957" y="2287863"/>
            <a:ext cx="5422900" cy="3131586"/>
          </a:xfr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CC2AF61-F2CD-82A0-202F-1C9EE0B455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143" y="2287863"/>
            <a:ext cx="5869857" cy="3131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033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5E4E7-586C-EE7C-BBD6-20E29F98A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0C7D3D-60D0-3A4E-7135-DFB6A4731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Modo Oscuro y cambio de color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E71106B-1F9A-D103-A659-E141F06C52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519" y="3181349"/>
            <a:ext cx="5542904" cy="320449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B8DB8DEA-C347-9130-CA2D-48A726737F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5400" y="3181349"/>
            <a:ext cx="6928730" cy="3204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9710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A51756-D8D8-EC78-188C-E83EC2402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Mejoras en JS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F8BF938F-A6E8-BAF4-8275-A89AA9B51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3" y="1892457"/>
            <a:ext cx="5749400" cy="173355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1EA9C84C-F547-5CDD-1CFD-CA874133F0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3" y="3521232"/>
            <a:ext cx="5560878" cy="2329308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E629E820-D99D-A12F-7F71-9070B1C1A8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193" y="5816462"/>
            <a:ext cx="6698456" cy="1007205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4DE91F7A-8D0A-8E2A-BAC6-8D0C4F2D69E5}"/>
              </a:ext>
            </a:extLst>
          </p:cNvPr>
          <p:cNvSpPr txBox="1"/>
          <p:nvPr/>
        </p:nvSpPr>
        <p:spPr>
          <a:xfrm>
            <a:off x="6991350" y="2657475"/>
            <a:ext cx="4267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Estos son los cambios que hicimos, que son entre las validaciones en tiempo real, ocultar las contraseñas y la misma del modo oscuro</a:t>
            </a:r>
          </a:p>
        </p:txBody>
      </p:sp>
    </p:spTree>
    <p:extLst>
      <p:ext uri="{BB962C8B-B14F-4D97-AF65-F5344CB8AC3E}">
        <p14:creationId xmlns:p14="http://schemas.microsoft.com/office/powerpoint/2010/main" val="21557564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ángulo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238500" cy="1746762"/>
          </a:xfrm>
        </p:spPr>
        <p:txBody>
          <a:bodyPr rtlCol="0">
            <a:normAutofit/>
          </a:bodyPr>
          <a:lstStyle/>
          <a:p>
            <a:pPr rtl="0"/>
            <a:r>
              <a:rPr lang="es-ES" dirty="0">
                <a:solidFill>
                  <a:srgbClr val="FFFFFF"/>
                </a:solidFill>
              </a:rPr>
              <a:t>Conclusión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BADEBDFC-A626-0112-BA8B-037817C7A332}"/>
              </a:ext>
            </a:extLst>
          </p:cNvPr>
          <p:cNvSpPr txBox="1"/>
          <p:nvPr/>
        </p:nvSpPr>
        <p:spPr>
          <a:xfrm>
            <a:off x="1958911" y="1647827"/>
            <a:ext cx="412432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Para concluir con nuestras mejoras. Nosotros nos encargamos de mejorar la experiencia del usuario a la hora de agregar sus datos, con las validaciones que le van diciendo si le falta algo cuando deje de hacer </a:t>
            </a:r>
            <a:r>
              <a:rPr lang="es-CL" dirty="0" err="1"/>
              <a:t>click</a:t>
            </a:r>
            <a:r>
              <a:rPr lang="es-CL" dirty="0"/>
              <a:t> validando todo en el momento, que oculte la contraseña y el modo oscuro que es útil en ciertos casos</a:t>
            </a:r>
          </a:p>
        </p:txBody>
      </p:sp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do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209669_TF56390039_Win32" id="{FCB14B3E-2B92-48B8-A334-05E7A8EE34E1}" vid="{B6EC9E21-8C82-4EB1-BBE7-A370F785D0C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{6E044BDE-4790-40B5-8150-DC74A1E4A4D3}TF9cd6fad6-da1d-416b-8dc8-a086cd1045b10fc9cf83_win32-66f3597afc39</Template>
  <TotalTime>79</TotalTime>
  <Words>150</Words>
  <Application>Microsoft Office PowerPoint</Application>
  <PresentationFormat>Panorámica</PresentationFormat>
  <Paragraphs>18</Paragraphs>
  <Slides>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2" baseType="lpstr">
      <vt:lpstr>Arial</vt:lpstr>
      <vt:lpstr>Calibri</vt:lpstr>
      <vt:lpstr>Gill Sans MT</vt:lpstr>
      <vt:lpstr>Wingdings 2</vt:lpstr>
      <vt:lpstr>Personalizado</vt:lpstr>
      <vt:lpstr>Aplicación Web</vt:lpstr>
      <vt:lpstr>Introducción</vt:lpstr>
      <vt:lpstr>Mejoras agregadas</vt:lpstr>
      <vt:lpstr>Mejoras Visuales</vt:lpstr>
      <vt:lpstr>Modo Oscuro y cambio de color</vt:lpstr>
      <vt:lpstr>Mejoras en JS</vt:lpstr>
      <vt:lpstr>Conclusión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JOAQUIN CORTES DIAZ</dc:creator>
  <cp:lastModifiedBy>JOAQUIN CORTES DIAZ</cp:lastModifiedBy>
  <cp:revision>2</cp:revision>
  <dcterms:created xsi:type="dcterms:W3CDTF">2026-06-30T13:34:05Z</dcterms:created>
  <dcterms:modified xsi:type="dcterms:W3CDTF">2026-06-30T15:43:06Z</dcterms:modified>
</cp:coreProperties>
</file>